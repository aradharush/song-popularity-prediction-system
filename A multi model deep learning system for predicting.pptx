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9eaf27f1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9eaf27f1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b9eaf27f14_0_0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9eaf27f14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9eaf27f14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b9eaf27f14_0_6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9eaf27f14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9eaf27f14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b9eaf27f14_0_12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9eaf27f14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9eaf27f14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b9eaf27f14_0_18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9eaf27f14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9eaf27f14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b9eaf27f14_0_24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9eaf27f14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9eaf27f14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b9eaf27f14_0_30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9eaf27f14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9eaf27f14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b9eaf27f14_0_36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9eaf27f14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9eaf27f14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b9eaf27f14_0_48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9eaf27f14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9eaf27f14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b9eaf27f14_0_54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9eaf27f14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9eaf27f14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b9eaf27f14_0_60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9eaf27f14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9eaf27f14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b9eaf27f14_0_66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9eaf27f14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9eaf27f14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b9eaf27f14_0_78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9eaf27f14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9eaf27f14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b9eaf27f14_0_84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89" name="Google Shape;8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טקסט, תרשים, תוכנית, קו&#10;&#10;תוכן בינה מלאכותית גנרטיבית עשוי להיות שגוי." id="118" name="Google Shape;118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631" y="209981"/>
            <a:ext cx="9920471" cy="643803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אבל תשמור על הרקע כמו כל השקופיות מקודם"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155" name="Google Shape;1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161" name="Google Shape;16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167" name="Google Shape;1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